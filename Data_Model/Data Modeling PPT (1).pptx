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F40C-233D-41F2-8837-913D2FE299D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0A69-B4AF-48A5-8FB2-6454D0E13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2F6A-5264-72F3-187D-077B24AD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C2213-35AE-432F-9E99-3035BD9E2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C07D4-99E2-57AB-6078-460F516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CB33C-E2E6-9B42-6ECB-6DFE606C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B419-1E10-A946-1426-52DD78F3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4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20A6-784E-8189-1B67-CE77E0F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646-097D-4479-C7C6-8E05B01A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3225E-4113-4C7D-4209-1C59E68E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6D78-DFF7-D3BD-F4A3-2AAD2716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A985-475F-0AC6-7C13-AAEF310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CFAD-DC87-2579-1BF3-3BCD4020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8CFDF-9BC9-BE9C-C000-1C8B3BA8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2C886-DF74-8450-BCCE-D172C7C1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E0C1-BB7C-9E36-824B-A95B43E1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47FF-2BC6-7183-EDB2-7F937B8F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3992-F058-A716-E8BD-6A6DE744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2D33-F27A-0F5D-38AD-477E411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1D69F-2817-3182-3A4D-E622DEC3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9F8DA-35FA-9431-B7EC-C2796012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2DB51-E0BC-7657-D83C-41A7932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89C92-D527-204E-C8A8-4D3032E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AEBF-EB58-991F-6EBB-BD64483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CD87B-248A-CAAF-6330-B87C222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ADAB-0553-2A3A-F66C-0C037DF7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8EDF3-073A-DBE3-9876-57229E9A7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36AFC-4D3C-4479-6059-5545AF1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8723F-6FD0-44B5-0F5C-B647CBC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738CE-312B-32AB-D560-50C075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B0A1C-FF84-C60D-66E7-1891F93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D1E0-CB6C-FE96-0AA0-9168EB5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8A417-4DFD-16FF-A515-BDB93469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1DBD1-458D-1558-9EC7-2B0AED7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9A5B6-409A-6192-4294-F20E5E0F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75AB6-81AC-F589-9BBA-885404AE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22893-1946-3336-8D3E-E07965CD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5B2C-DC15-CB17-AD76-6367EB2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E4EB-CAC7-2CC0-6B5F-AF6F83F9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D1CF-C5AD-510A-EF42-C3161038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F91DF-84B1-5AB8-400E-A81BC1F4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1C98F-64BC-4216-2F58-0FB5E20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EE2CA-9996-EB54-7A06-9B7D19D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9C83-29A6-E075-99D1-BCA2DF0D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338A-068B-9490-A576-06FB1070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21BF0-8D13-D488-713F-D45C33743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B4A85-37C4-954F-EE82-3454ED38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6FF6-1535-5977-041C-2778F2A5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E7D3-E7D6-D652-3D60-E553019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DF2B-D6E5-B981-21EF-02E9D6D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7813-9061-566A-88C0-E338069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05A44-A0D2-C23E-C9E8-663A3C71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1D01E-C85D-27DE-4305-4E8A2FFA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9D51D-5E88-516C-F0B4-1CF8DC2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4F0-29E4-2C81-C060-78C0728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971CA-B61D-DDA9-8693-FAFFC42D4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5FAC1-2829-2B31-49F0-5D44CF44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ADB0-8C30-E8FF-0317-901236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7A31-5DD1-3729-320A-0D6251C7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A7BB-9352-2A4C-FF54-CB5481F9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66EEF-06D0-3008-BEA1-F58E03A7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628F-26FB-FF94-B25C-A3B237A7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C9CA-19DC-B48E-DD44-466252D5C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FC2B-7976-46EE-BC6A-1A36A475BAE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AE5A-A7CA-2E3A-93E1-F18BE4D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8971-2678-DE40-4404-7F7AEC2D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0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0193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59027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55493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49804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48092"/>
              </p:ext>
            </p:extLst>
          </p:nvPr>
        </p:nvGraphicFramePr>
        <p:xfrm>
          <a:off x="7674512" y="4075199"/>
          <a:ext cx="2168227" cy="22458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val="3562918650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347870" y="133703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6FA16B-62E9-1BC6-58F1-59C770CA1FA9}"/>
              </a:ext>
            </a:extLst>
          </p:cNvPr>
          <p:cNvSpPr txBox="1"/>
          <p:nvPr/>
        </p:nvSpPr>
        <p:spPr>
          <a:xfrm>
            <a:off x="225931" y="6484130"/>
            <a:ext cx="4475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  <a:latin typeface="Bahnschrift SemiBold" panose="020B0502040204020203" pitchFamily="34" charset="0"/>
              </a:rPr>
              <a:t>DESIGNED &amp; DEVELOPED BY 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  <a:latin typeface="Bahnschrift SemiBold" panose="020B0502040204020203" pitchFamily="34" charset="0"/>
              </a:rPr>
              <a:t>– Saurabh Chatur</a:t>
            </a:r>
          </a:p>
          <a:p>
            <a:endParaRPr lang="en-IN" sz="1600" b="1" dirty="0">
              <a:solidFill>
                <a:srgbClr val="C00000"/>
              </a:solidFill>
              <a:highlight>
                <a:srgbClr val="FFFF00"/>
              </a:highlight>
              <a:latin typeface="Bahnschrift SemiBold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122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Black</vt:lpstr>
      <vt:lpstr>Arial Rounded MT Bold</vt:lpstr>
      <vt:lpstr>Bahnschrift SemiBold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Saurabh Chatur</cp:lastModifiedBy>
  <cp:revision>30</cp:revision>
  <dcterms:created xsi:type="dcterms:W3CDTF">2024-08-26T16:35:30Z</dcterms:created>
  <dcterms:modified xsi:type="dcterms:W3CDTF">2026-01-19T15:47:23Z</dcterms:modified>
</cp:coreProperties>
</file>